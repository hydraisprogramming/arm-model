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WILFRID LAURIER UNIVERSITY — Department of Physics and Computer Science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Fischer et al. (2021)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2-DOF Robotic Arm Reinforcement Learning Framework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251960" y="3154680"/>
            <a:ext cx="365760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74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Ranjot Sandhu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CP493 — Directed Research Project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Supervisor: Professor Sukhjit Sehra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2026  ·  Waterloo, Ontario, Canada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58521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Fischer M., Hoinville T., Eickhoff S.B., Lilienthal A.J. (2021). Reinforcement learning control of a biomechanical model of the upper extremity. Scientific Reports 11:14445.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280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Fischer 2021 Paper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128016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studied and what was demonstrated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85623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18562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Baseline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185623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of the codebase before Fischer integration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43230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24323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Methodological Pillars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243230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paper's contributions onto our project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00837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0083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Per-Pillar Implementation Detail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00837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in code, and why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58444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35844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Reward Decision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358444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deliberately did not adopt Fischer's reward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1605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4160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Table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41605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vs. fully-implemented across all dimensions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7365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47365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Statistics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473659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Lines, tests, commits, branch state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531266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54480" y="53126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Features Added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0" y="531266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new methodology is exposed to users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588873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54480" y="58887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and Conclusions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0" y="588873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remains and where this lands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Fischer 2021 Paper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control of a biomechanical model of the upper extremity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88720"/>
            <a:ext cx="73152" cy="5029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details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6916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Fischer, M., Hoinville, T., Eickhoff, S. B., &amp; Lilienthal, A. J. (2021).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 control of a biomechanical model of the upper extremity.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Reports, 11, Article 14445.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https://doi.org/10.1038/s41598-021-93760-1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47472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7-DOF biomechanical model of the human upper extremity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in the MuJoCo physics engine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Actuated by Hill-type muscles in antagonist pairs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Task: goal-reaching to arbitrary 3-D end-effector targets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with Soft Actor-Critic (SAC) + adaptive curriculum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1887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trained policy reproduced two emergent regularities of natural human arm motion: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2468880"/>
            <a:ext cx="5212080" cy="15544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Fitts' Law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971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0.9986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58368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Speed–accuracy trade-off  ·  MT = a + b · log₂(2D/W)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4160520"/>
            <a:ext cx="5212080" cy="15544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Two-thirds Power Law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4663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58368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Speed–curvature relationship  ·  V = K · C^(-1/3)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5852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Together, these are the canonical empirical signatures of natural human arm motion.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Baseline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codebase before Fischer integration began (commit f7f90e5)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any Fischer-related change, the project provided a working but methodologically generic RL training framework for a 2-DOF planar arm: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behaviour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Default RL algorithm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PPO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Action space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[-1, 1]² — direct joint velocity commands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Actuation physics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Kinematic Euler: angle += action · vel_limit · dt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Goal tolerance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Hardcoded 0.10 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Exploration mechanism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Standard SB3 noise; no babbling phase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Curriculum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None (fixed goal radius)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Reward function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10-term shaped reward (5 penalties + 4 bonuses + terminal +150)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Validation harnesses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None — no Fitts' Law, no Power Law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Smoothness mechanism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Reward penalties only (velocity-norm, gradient-norm)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Arm geometry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2-DOF planar (1.0 m, 0.8 m link lengths)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GUI entry points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Two separate command-line invocations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Documentation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Internal notes only — no Fischer-specific PDFs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Methodological Pillars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Fischer's contributions and their corresponding implementation commits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close reading of the Fischer 2021 Methods section identifies six discrete methodological elements. Each maps onto one or more commits in this project.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474720"/>
                <a:gridCol w="4389120"/>
                <a:gridCol w="109728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 from Fischer 2021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in this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SAC as primary RL algorithm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SAC default + Fischer-aligned hyperparameters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77b7180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Done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Adaptive goal-tolerance curriculum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AdaptiveCurriculumCallback (0.60 → 0.02 m at 80%)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9d31252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Done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Motor-babbling pre-training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SAC learning_starts = 5000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9d31252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Done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Fitts' Law validation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FittsLawValidator with closed-form OLS regression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6f995f0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Done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Two-thirds Power Law validation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PowerLawValidator with central-difference V and C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5e6b467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Done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Hill-type muscle dynamics module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HillTypeMuscle module + 7dof_fischer arm preset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5f37a26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Done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6b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Muscle-driven env actuation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actuation_mode = 'muscle' opt-in on ArmTaskEnv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ce2d617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Done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six pillars are present in code. Slides 6–13 explain each one in detail.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— Soft Actor-Critic as Primary Algorithm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77b7180  ·  models/agents/sac_agent.py, gui/training_gui.py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9728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1887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FISCHER WROTE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55448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trained policies with Soft Actor-Critic (SAC) [Haarnoja et al., 2018]. SAC is an off-policy actor-critic method that maximises expected return plus an entropy bonus, encouraging exploration."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Hyperparameters: learning rate 3 × 10⁻⁴; discount γ = 0.99; soft update τ = 0.005; batch 256; buffer 10⁶; entropy coefficient auto-tuned.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09728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09728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1887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155448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Off-policy → sample-efficient (each transition reused many times via replay buffer)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entropy regularisation → policy keeps exploring, no premature collapse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Continuous-action native; stochastic policy supplies the trial-to-trial variance needed by the Fitts and Power Law harnesses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4904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40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BASELINE STATE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algorithm: PPO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 was available in trainers.py but not the default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 hyperparameters: SB3 defaults — coincidentally matched Fischer but not annotated as such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74904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840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CODE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20624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training_gui.py: default algorithm string flipped from "PPO" → "SAC"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sac_agent.py: each hyperparameter now carries an inline citation to Fischer 2021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new algorithm code needed — Stable-Baselines3 already ships SAC; the change is documentation + a default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Adaptive Goal-Tolerance Curriculum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9d31252  ·  training/curriculum_callback.py (new, ~250 lines)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9728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1887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FISCHER WROTE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55448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"Training a precise goal-reaching policy from the outset is intractable: the reward landscape is too sparse when the success region is small."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Protocol: radius starts at ≈ 0.60 m, shrinks multiplicatively each time the rolling success rate over the recent 50-episode window exceeds 80%, until ≈ 0.02 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09728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09728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1887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155448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reward bootstrap problem: random policies almost never hit a 2 cm target → no learning signal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wide → frequent successes → strong gradient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Shrinking on success → policy refines progressively from "reach the region" to "hit the point"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4904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40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BASELINE STATE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task_env.py line 139: self.height_tolerance = 0.10  (hardcoded)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runtime mutation possible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callback wired into the trainer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74904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840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CODE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20624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tolerance made a constructor parameter + set_goal_tolerance() method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new AdaptiveCurriculumCallback (SB3 BaseCallback) with Fischer-exact defaults: 0.60→0.02 m, ×0.80, 80% threshold, 50-ep window, 20-ep cooldown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Auto-attaches when SAC is selected; metrics surfaced in GUI panel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— Motor Babbling Pre-Training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9d31252  ·  models/agents/sac_agent.py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9728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1887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FISCHER WROTE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55448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SAC policy was initialised by a motor-babbling phase: the agent issued uniformly random actions for the first ≈ 5,000 environment steps. These transitions populated the replay buffer with diverse state-action coverage. Policy gradient updates were suppressed during this phase."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09728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09728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1887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155448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 is off-policy → the critic learns from replay-buffer transitions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buffer + immediate gradient updates → critic trained on highly correlated noise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pre-fill broadens state-action coverage → first gradient updates land on a well-formed Q surface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4904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40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BASELINE STATE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SACAgent.DEFAULT_HYPERPARAMS did not specify learning_starts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SB3 SAC default: learning_starts = 100  (~no babbling)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policy updates began after only ~100 random steps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74904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840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CODE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20624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line added to SACAgent.DEFAULT_HYPERPARAMS: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"learning_starts": 5_000,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Mechanism already lives in SB3; Fischer's contribution was the value, not the mechanism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— Fitts' Law Validation Harness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6f995f0  ·  validation/fitts_law.py (new, ~620 lines)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9728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1887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FISCHER WROTE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55448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Fischer ran a sweep over distances D and widths W, recorded movement time MT per trial, and fitted MT = a + b · ID where ID = log₂(2D/W) is the Fitts index of difficulty.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result on their trained policy: R² = 0.9986.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09728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09728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1887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155448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Fitts (1954) is the canonical empirical test of human speed-accuracy trade-off in pointing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Replicated for mouse cursors, eye saccades, primate reaching, drone flight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Hitting R² &gt; 0.99 means the policy's movement times scale exactly like a human's across the difficulty grid — emergent, not engineered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4904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40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BASELINE STATE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validation harnesses of any kind existed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ArmTaskEnv only supported four preset goal directions (HEIGHT, EAST, WEST, NORTH)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way to place an arbitrary 2-D goal at runtime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74904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840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CODE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20624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ArmTaskEnv.set_goal_position(pos) method + EXPLICIT goal mode (persists across reset)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submodule validation/fitts_law.py with four classes: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FittsLawCondition (D, W, ID),  FittsLawTrial, FittsLawResult (closed-form OLS + JSON + plot),  FittsLawValidator (sweep driver: 36-cell default grid)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5 — Two-Thirds Power Law Validation Harness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5e6b467  ·  validation/power_law.py (new, ~620 lines)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9728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1887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FISCHER WROTE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55448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Fischer logged end-effector trajectories, computed tangential speed V and curvature C by central differences, filtered unstable samples, and fit log V vs log C by OLS.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Expected: slope = −1/3. Reported R = 0.84.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09728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09728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1887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155448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Lacquaniti, Terzuolo &amp; Viviani (1983) showed humans satisfy V = K · C^(−1/3) during continuous arm motion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 slow down through tight curves, speed up through straight stretches — with this specific exponent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Strongest possible test of "is this motion biological?" because it measures the trajectory itself, not just outcomes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4904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40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BASELINE STATE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trajectory logging, no central differences, no log-log regression machinery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precedent in the codebase for this kind of analysis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74904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840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CODE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20624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validation/power_law.py with PowerLawTrial, PowerLawResult, PowerLawValidator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Per-step central differences for V, C; threshold-filtered; closed-form OLS log V = α + β · log C; Pearson R + R²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Synthetic-ellipse benchmark recovers slope = -0.33333 to seven decimal places (analytic answer)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6a — Hill-Type Muscle Dynamics Module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5f37a26  ·  utils/muscle_model.py (new, ~314 lines)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Hill (1938) Force Equation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a · F_max · f_L(L) · f_V(V)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 ·  isometric max  ·  force-length  ·  force-velocity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Fischer-Aligned Default Parameters (Zajac, 1989)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53035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Maximum isometric force F_max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 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Optimal fibre length L_opt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0.10 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Max shortening velocity v_max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L_opt / 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F-L half-width σ_L (Thelen 2003)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Eccentric plateau f_ecc_max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00800" y="1097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Factor Encodes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0" y="150876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activation [0, 1]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agent's neural drive command (the policy's output for that muscle)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f_L(L) — force-length factor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Gaussian, peaks at L = L_opt. Muscles at extreme lengths are weak.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f_V(V) — force-velocity factor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Hyperbolic for shortening (drops to 0 at v_max); exponential approach to 1.5 × F_max for lengthening. Rapid motion is biomechanically expensive.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0" y="5532120"/>
            <a:ext cx="5212080" cy="7772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55961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by 20 smoke tests: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f_L peaks exactly at L_opt; f_V is 1.0 at isometric and 0.0 at v_max; eccentric &gt; isometric, asymptotes to 1.5; force linear in activation.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6b — Wiring the Muscle Model Into the Env (Phase 6)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ce2d617  ·  environments/task_env.py — opt-in actuation_mode parameter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9728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1887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FISCHER WROTE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55448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Fischer's agent controls muscle activations, not joint velocities. Step physics in MuJoCo: Hill force per muscle → net joint torque → Euler integration against inertia.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Smoothness is not a reward term in Fischer's setup — it emerges from the muscle dynamics themselves.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09728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09728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18872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155448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velocity actuation lets the policy go from velocity +1 to −1 in one step (instantaneous reversal)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Muscle dynamics physically prevent this: the force-velocity curve makes fast motion expensive, and antagonist pair coordination takes time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smooth motion is forced by physics, not requested by reward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4904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40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BASELINE STATE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ArmTaskEnv.step() did pure kinematic Euler: new_angle = old + action × vel_limit × dt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inertia integration, no muscle, no antagonist structure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space hardcoded to [-1, 1]²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349240" cy="2331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749040"/>
            <a:ext cx="73152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84048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CODE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20624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constructor parameter actuation_mode (default "velocity", opt-in "muscle")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Muscle mode: action space → [0, 1]⁴ (extensor + flexor per joint)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step() branches: computes F_ext, F_flex via Hill, net torque = arm·(F_ext - F_flex) + damping, integrates ω̇ = τ/I against joint inertia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by 14 smoke tests + 49-test regression suite still passes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Function — Explicit Non-Change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decision: Option A in the coupled muscle/reward 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Fischer's reward is much simpler than ours. We deliberately did not adopt his reward — the only Fischer methodological component we explicitly chose not to implement, with a documented rationale.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303520" cy="42062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73152" cy="4206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Fischer's Reward — 3 terms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r_t  =  − ‖ p_ee − p_target ‖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− α · ‖ a ‖²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R_success · 𝟙(dist &lt; W)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penalty (primary signal)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effort cost (α ≈ 0.05)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success bonus (R ≈ 1.0)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velocity, jerk, orientation, proximity, progress, or hold-growth terms.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783080"/>
            <a:ext cx="5212080" cy="42062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783080"/>
            <a:ext cx="73152" cy="42062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Reward — 10 terms (unchanged)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Penalties: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P1 −2.0 · distance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P2 −1.0 · orientation error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P3 −0.15 · velocity norm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P4 −0.20 · gradient norm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P5 −0.01 · ‖action‖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Shaping bonuses: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 +1.5 · progress  ·  B2 +4.0 proximity ramp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 +10.0 in-goal constant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B4 +2.0 · hold_counter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Terminal:  +150 on hold-criterion success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Rationale: changing both actuation mode AND reward simultaneously would confound the velocity-vs-muscle comparison. Keeping the reward fixed gives a clean A/B baseline. Options B and C are documented in docs/Reward_System_Report.pdf §8.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 Comparison — Velocity vs. Muscle Mode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policy outputs at each step, and what physics happens next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303520" cy="52120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MODE (default, legacy)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[−1, 1]²   ·   2 components (one per joint)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normalised joint-velocity command per joint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physics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new_angle = old_angle + action · vel_limit · dt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Smoothness mechanism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penalties P3 (velocity-norm) and P4 (gradient-norm) only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532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physical constraint prevents the policy from making instantaneous velocity reversals.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097280"/>
            <a:ext cx="5212080" cy="52120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188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MODE (opt-in, Fischer-style)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1]⁴   ·   2 muscles × 2 joints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926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Extensor + flexor activations per joint (antagonist pair)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3520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physics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840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a · F_max · f_L · f_V  per muscle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 = r · (F_ext − F_flex) − c · 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ω̇ = τ / I  (Euler step)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Smoothness mechanism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4937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Hill force-velocity curve physically constrains fast motion + antagonist pair coordination takes time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5715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Smoothness is forced by physics, not requested by reward.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Baseline → Implemented Comparison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affected dimensions, in one place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411480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(f7f90e5)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Fischer-Implemented (current)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Default RL algorithm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PPO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SAC (Fischer-aligned hyperparameters)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77b7180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Goal tolerance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Hardcoded 0.10 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Constructor param + adaptive curriculum 0.60 → 0.02 m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9d31252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Exploration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SB3 default (~100 steps)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Motor babbling 5,000 steps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9d31252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Fitts' Law validation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None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36-cell sweep + closed-form OLS + plot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6f995f0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2/3 Power Law validation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None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Central-difference V/C + log-log OLS + plot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5e6b467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Muscle model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None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Hill-type module with Zajac/Thelen defaults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5f37a26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7-DOF arm preset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None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ArmConfiguration preset '7dof_fischer' (data only)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5f37a26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Action space (default)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[-1, 1]²  joint velocity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[-1, 1]²  joint velocity  (unchanged)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Action space (muscle)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n/a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[0, 1]⁴  (ext + flex) per joint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ce2d617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Step physics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Kinematic Euler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Kinematic OR Hill force → torque → inertia int.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ce2d617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Reward function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10-term shaped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10-term shaped (deliberately unchanged)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B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GUI: actuation dropdown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None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velocity / muscle selectable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8489c8d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GUI: curriculum panel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None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Stage, tolerance, success rate, window — live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cc2c1d7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GUI: validators button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None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One-click Fitts + Power Law on trained model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cc2c1d7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Statistics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in numbers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" y="1188720"/>
            <a:ext cx="256032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" y="1417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3,100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5438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 of Python 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 to the codebase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6140" y="1188720"/>
            <a:ext cx="256032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6140" y="1417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4330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dedicated smoke tests written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specifically for Fischer code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5060" y="1188720"/>
            <a:ext cx="256032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5060" y="1417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49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3222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pre-existing regression tests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passing — zero regressions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83980" y="1188720"/>
            <a:ext cx="256032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83980" y="14173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12114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commits on the dedicated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claude/fischer-integration branch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safety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397764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Pre-work save point committed at  f7f90e5  ·  preserved as immutable tag save-point-2026-05-05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Mirrored as named branch  backup/save-point-2026-05-05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Entire Fischer integration can be reverted in a single git command if ever needed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work on dedicated branch  claude/fischer-integration — main branch untouched until merge approval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on the branch (chronological)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77b7180 → 9d31252 → 6f995f0 → 5e6b467 → 7431988 → 5c4b822 → 5f37a26 → 0600202 → cc2c1d7 → ce2d617 → 8489c8d → 7774f63 → da8812e → a624630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Features Added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new methodology accessible without writing code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04088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Unified GUI launcher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Single command  python -m rl_armMotion.two_d.gui  opens a launcher window that dispatches to both arm-control and training GUIs as detached subprocesses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7431988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Click-to-pick goal mode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Choose Single Point or Waypoints from a dropdown, then click on the arm canvas to place training targets — replaces the four-preset EAST/WEST/NORTH/HEIGHT model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0600202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Actuation dropdown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Velocity (default) or Muscle — selects between direct-velocity actuation and the Hill-type biomechanical model for the training environment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8489c8d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Curriculum metrics panel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Live display during SAC training: curriculum stage, current goal tolerance, rolling success rate, window fill, episodes since last decay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cc2c1d7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 Fischer Validators button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One click runs the Fitts' Law (36-cell, 10 trials per condition) and 2/3 Power Law (20 trials) harnesses on the most recent trained model, writes JSON + PNG to chosen directory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cc2c1d7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Crash-forensic logging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Spawned training subprocesses write timestamped stdout+stderr logs to project_assets/outputs/training_logs/ — preserves Python tracebacks if anything fails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7774f63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Subprocess detachment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Spawned subprocesses get their own POSIX session so they survive launcher death without SIGHUP-killing the training mid-run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a624630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Thread-safe validator plots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Fitts and Power Law plot generation switched to FigureCanvasAgg directly — no more macOS Tk threading crash when the worker thread saves figures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da8812e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remains, ordered by effort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1064240" cy="10972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88720"/>
            <a:ext cx="11887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2801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training runs and measured validation numbers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164592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300k–1M step SAC sessions in both velocity mode (baseline) and muscle mode, with measured Fitts R² and Power Law R. The harnesses are ready; this is compute time, not engineering.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8408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compute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11064240" cy="10972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423160"/>
            <a:ext cx="11887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20240" y="25146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Option B / C exploration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20240" y="28803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 velocity-vs-muscle baselines exist under the current 10-term reward, try Fischer's 3-term reward (Option B) or a hybrid (Option C, distance + effort + sparse success + proximity ramp).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8408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 per option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11064240" cy="10972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657600"/>
            <a:ext cx="11887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23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20240" y="3749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7-DOF env wiring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20240" y="41148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7dof_fischer ArmConfiguration preset is currently data only. Activating it requires generalising ArmTaskEnv's observation space, reward, and validator coordinate-frame handling to N-DOF.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0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 of careful refactoring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892040"/>
            <a:ext cx="11887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257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920240" y="49834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 XML musculoskeletal model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920240" y="53492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Authoring an anatomically correct musculoskeletal XML for MuJoCo with realistic moment arms, multi-muscle-per-joint geometry, and proper bone collisions.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0" y="5303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Multi-week effort, separate scope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stands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11064240" cy="1188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97280"/>
            <a:ext cx="109728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188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Fischer methodological pillars are present in code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1600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 default, adaptive curriculum, motor babbling, Fitts' Law harness, 2/3 Power Law harness, and Hill-type muscle dynamics — each implemented as a focused commit with the parameters Fischer reported.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11064240" cy="1188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23160"/>
            <a:ext cx="109728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14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is additive and rollback-safe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2926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existing module was broken. The 49-test regression suite still passes. Every Fischer step is opt-in via constructor parameters that default to the original behaviour. The save-point tag allows a one-command revert.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1064240" cy="1188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49040"/>
            <a:ext cx="109728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function is unchanged on purpose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251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from the coupled muscle/reward decision: keeping the 10-term reward gives a clean A/B baseline between velocity-mode and muscle-mode training under identical incentive structure. Options B and C are documented for future exploration.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074920"/>
            <a:ext cx="109728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66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empirical validation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5577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training script, GUI, and validation harnesses are in place. The next step — long training runs in both modes and comparison of measured Fitts and Power Law numbers — is compute time, not engineering.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164592"/>
            <a:ext cx="0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91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 cited throughout the implementation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Fischer, M., Hoinville, T., Eickhoff, S. B., &amp; Lilienthal, A. J. (2021). Reinforcement learning control of a biomechanical model of the upper extremity. Scientific Reports, 11, 14445.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1517904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Fitts, P. M. (1954). The information capacity of the human motor system in controlling the amplitude of movement. Journal of Experimental Psychology, 47(6), 381–391.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9385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Lacquaniti, F., Terzuolo, C., &amp; Viviani, P. (1983). The law relating the kinematic and figural aspects of drawing movements. Acta Psychologica, 54(1–3), 115–130.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3591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Hill, A. V. (1938). The heat of shortening and the dynamic constants of muscle. Proceedings of the Royal Society of London, Series B, 126(843), 136–195.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77977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Zajac, F. E. (1989). Muscle and tendon: Properties, models, scaling, and application to biomechanics and motor control. CRC Critical Reviews in Biomedical Engineering, 17(4), 359–411.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Thelen, D. G. (2003). Adjustment of muscle mechanics model parameters to simulate dynamic contractions in older adults. Journal of Biomechanical Engineering, 125(1), 70–77.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621024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Murray, W. M., Buchanan, T. S., &amp; Delp, S. L. (1995). The isometric functional capacity of muscles that cross the elbow. Journal of Biomechanics, 28(5), 513–525.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0416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Winter, D. A. (2009). Biomechanics and Motor Control of Human Movement (4th ed.). John Wiley &amp; Sons.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46227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Haarnoja, T., Zhou, A., Abbeel, P., &amp; Levine, S. (2018). Soft Actor-Critic: Off-policy maximum entropy deep reinforcement learning with a stochastic actor. ICML, PMLR 80:1861–1870.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88289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Raffin, A., Hill, A., Gleave, A., Kanervisto, A., Ernestus, M., &amp; Dormann, N. (2021). Stable-Baselines3: Reliable reinforcement learning implementations. Journal of Machine Learning Research, 22(268), 1–8.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Towers, M. et al. (2024). Gymnasium: A standard interface for reinforcement learning environments. arXiv:2407.17032.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5724144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Ng, A. Y., Harada, D., &amp; Russell, S. (1999). Policy invariance under reward transformations: theory and application to reward shaping. ICML.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2021 Implementation  ·  CP493 Directed Research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2648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Sandhu  ·  Wilfrid Laurier University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Wilfrid Laurier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Fischer et al. (2021)</dc:title>
  <dc:subject>CP493 Directed Research — Fischer 2021 RL Methodology Implementation</dc:subject>
  <dc:creator>Ranjot Sandhu</dc:creator>
  <cp:lastModifiedBy>Ranjot Sandhu</cp:lastModifiedBy>
  <cp:revision>1</cp:revision>
  <dcterms:created xsi:type="dcterms:W3CDTF">2026-06-03T17:28:44Z</dcterms:created>
  <dcterms:modified xsi:type="dcterms:W3CDTF">2026-06-03T17:28:44Z</dcterms:modified>
</cp:coreProperties>
</file>